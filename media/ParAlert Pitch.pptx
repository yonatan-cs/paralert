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0f84f54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0f84f54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0f84f54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0f84f5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d0f84f54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d0f84f5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0f84f54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d0f84f54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d0f84f54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d0f84f5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d0f84f54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d0f84f54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0f84f54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d0f84f54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0f84f54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d0f84f54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0f84f54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d0f84f54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5-29 at 6.13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6-05-29 at 6.13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6-05-29 at 6.13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5-29 at 6.14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30"/>
            <a:ext cx="9144003" cy="5125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5-29 at 6.14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" y="6689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5-29 at 6.14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65"/>
            <a:ext cx="9144003" cy="5134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6-05-29 at 6.14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5-29 at 6.15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creenshot 2026-05-29 at 6.15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creenshot 2026-05-29 at 6.15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7"/>
            <a:ext cx="9144003" cy="5130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